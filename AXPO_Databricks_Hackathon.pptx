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2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63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magine 3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56CD0645-3CBD-4145-A399-44139D34C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4767579"/>
            <a:ext cx="16446500" cy="49213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Personalizzato</PresentationFormat>
  <Paragraphs>4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Achermann</cp:lastModifiedBy>
  <cp:revision>2</cp:revision>
  <dcterms:created xsi:type="dcterms:W3CDTF">2026-04-19T09:18:45Z</dcterms:created>
  <dcterms:modified xsi:type="dcterms:W3CDTF">2026-04-19T09:20:06Z</dcterms:modified>
</cp:coreProperties>
</file>